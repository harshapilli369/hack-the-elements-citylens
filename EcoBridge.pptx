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Montserrat" panose="020F0502020204030204" pitchFamily="2" charset="0"/>
      <p:regular r:id="rId9"/>
    </p:embeddedFont>
    <p:embeddedFont>
      <p:font typeface="Open Sans" panose="020F0502020204030204" pitchFamily="34" charset="0"/>
      <p:regular r:id="rId10"/>
    </p:embeddedFont>
    <p:embeddedFont>
      <p:font typeface="Open Sans Bold" panose="020B0604020202020204" charset="0"/>
      <p:regular r:id="rId11"/>
    </p:embeddedFont>
    <p:embeddedFont>
      <p:font typeface="Times New Roman MT" panose="020B0604020202020204" charset="0"/>
      <p:regular r:id="rId12"/>
    </p:embeddedFont>
    <p:embeddedFont>
      <p:font typeface="Times New Roman M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apilli369/hack-the-elements-citylen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986655" y="4320786"/>
            <a:ext cx="14314689" cy="1889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6"/>
              </a:lnSpc>
            </a:pPr>
            <a:r>
              <a:rPr lang="en-US" sz="140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ECOBRIDGE</a:t>
            </a:r>
          </a:p>
        </p:txBody>
      </p:sp>
      <p:sp>
        <p:nvSpPr>
          <p:cNvPr id="4" name="AutoShape 4"/>
          <p:cNvSpPr/>
          <p:nvPr/>
        </p:nvSpPr>
        <p:spPr>
          <a:xfrm>
            <a:off x="7669737" y="6823515"/>
            <a:ext cx="29485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075627" y="7690865"/>
            <a:ext cx="8136745" cy="30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 spc="1439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github.com/harshapilli369/hack-the-elements-cityle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REPOSITORY LINK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25904" y="2904016"/>
            <a:ext cx="5236191" cy="56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9"/>
              </a:lnSpc>
              <a:spcBef>
                <a:spcPct val="0"/>
              </a:spcBef>
            </a:pPr>
            <a:r>
              <a:rPr lang="en-US" sz="355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Team CityLens Presents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51386" y="715644"/>
            <a:ext cx="5159330" cy="6933353"/>
            <a:chOff x="0" y="0"/>
            <a:chExt cx="3663950" cy="4923790"/>
          </a:xfrm>
        </p:grpSpPr>
        <p:sp>
          <p:nvSpPr>
            <p:cNvPr id="15" name="Freeform 15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10750" r="-107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0790104" y="715644"/>
            <a:ext cx="5159330" cy="6933353"/>
            <a:chOff x="0" y="0"/>
            <a:chExt cx="3663950" cy="4923790"/>
          </a:xfrm>
        </p:grpSpPr>
        <p:sp>
          <p:nvSpPr>
            <p:cNvPr id="18" name="Freeform 18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12006" r="-120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64540" y="8365647"/>
            <a:ext cx="12270207" cy="120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3990" b="1">
                <a:solidFill>
                  <a:srgbClr val="1F202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Population movement doesn’t just reshape the cities, it reshapes the environment..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899529" y="4363700"/>
            <a:ext cx="350176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8288000" cy="3499716"/>
            <a:chOff x="0" y="0"/>
            <a:chExt cx="4816593" cy="9217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921736"/>
            </a:xfrm>
            <a:custGeom>
              <a:avLst/>
              <a:gdLst/>
              <a:ahLst/>
              <a:cxnLst/>
              <a:rect l="l" t="t" r="r" b="b"/>
              <a:pathLst>
                <a:path w="4816592" h="921736">
                  <a:moveTo>
                    <a:pt x="0" y="0"/>
                  </a:moveTo>
                  <a:lnTo>
                    <a:pt x="4816592" y="0"/>
                  </a:lnTo>
                  <a:lnTo>
                    <a:pt x="4816592" y="921736"/>
                  </a:lnTo>
                  <a:lnTo>
                    <a:pt x="0" y="921736"/>
                  </a:ln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96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15948" y="2356111"/>
            <a:ext cx="9856104" cy="86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53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39255" y="3975655"/>
            <a:ext cx="15465773" cy="562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⁠Large population movements are increasing due to disasters, conflict, and economic pressure</a:t>
            </a:r>
          </a:p>
          <a:p>
            <a:pPr algn="l">
              <a:lnSpc>
                <a:spcPts val="4058"/>
              </a:lnSpc>
            </a:pPr>
            <a:endParaRPr lang="en-US" sz="2899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⁠Destination cities are often unprepared for sudden population growth</a:t>
            </a:r>
          </a:p>
          <a:p>
            <a:pPr algn="l">
              <a:lnSpc>
                <a:spcPts val="4058"/>
              </a:lnSpc>
            </a:pPr>
            <a:endParaRPr lang="en-US" sz="2899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⁠Increased population creates stress on: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🌬️ Air quality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🌊 Water systems</a:t>
            </a: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🌍 Land and waste systems</a:t>
            </a:r>
          </a:p>
          <a:p>
            <a:pPr algn="l">
              <a:lnSpc>
                <a:spcPts val="4058"/>
              </a:lnSpc>
            </a:pPr>
            <a:endParaRPr lang="en-US" sz="2899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58"/>
              </a:lnSpc>
            </a:pPr>
            <a:r>
              <a:rPr lang="en-US" sz="2899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⁠Over time, this leads to environmental degradation and infrastructure overload</a:t>
            </a:r>
          </a:p>
          <a:p>
            <a:pPr algn="l">
              <a:lnSpc>
                <a:spcPts val="4058"/>
              </a:lnSpc>
              <a:spcBef>
                <a:spcPct val="0"/>
              </a:spcBef>
            </a:pPr>
            <a:endParaRPr lang="en-US" sz="2899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8288000" cy="3499716"/>
            <a:chOff x="0" y="0"/>
            <a:chExt cx="4816593" cy="9217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921736"/>
            </a:xfrm>
            <a:custGeom>
              <a:avLst/>
              <a:gdLst/>
              <a:ahLst/>
              <a:cxnLst/>
              <a:rect l="l" t="t" r="r" b="b"/>
              <a:pathLst>
                <a:path w="4816592" h="921736">
                  <a:moveTo>
                    <a:pt x="0" y="0"/>
                  </a:moveTo>
                  <a:lnTo>
                    <a:pt x="4816592" y="0"/>
                  </a:lnTo>
                  <a:lnTo>
                    <a:pt x="4816592" y="921736"/>
                  </a:lnTo>
                  <a:lnTo>
                    <a:pt x="0" y="921736"/>
                  </a:ln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816593" cy="969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15948" y="1442456"/>
            <a:ext cx="9856104" cy="236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6"/>
              </a:lnSpc>
            </a:pPr>
            <a:endParaRPr/>
          </a:p>
          <a:p>
            <a:pPr algn="ctr">
              <a:lnSpc>
                <a:spcPts val="5936"/>
              </a:lnSpc>
            </a:pPr>
            <a:r>
              <a:rPr lang="en-US" sz="53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Current Solutions Fail</a:t>
            </a:r>
          </a:p>
          <a:p>
            <a:pPr algn="ctr">
              <a:lnSpc>
                <a:spcPts val="5936"/>
              </a:lnSpc>
            </a:pPr>
            <a:endParaRPr lang="en-US" sz="5300" b="1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459983" y="3884026"/>
            <a:ext cx="15213854" cy="562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⁠Current systems track disasters or migration separately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⁠Environmental impacts are monitored in isolation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⁠No system shows the chain reaction between: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1. population movement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2. resource pressure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3. environmental degradation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F202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⁠Cities usually react after damage has already started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1F202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12578" y="0"/>
            <a:ext cx="6975422" cy="10287000"/>
            <a:chOff x="0" y="0"/>
            <a:chExt cx="183714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7148" cy="2709333"/>
            </a:xfrm>
            <a:custGeom>
              <a:avLst/>
              <a:gdLst/>
              <a:ahLst/>
              <a:cxnLst/>
              <a:rect l="l" t="t" r="r" b="b"/>
              <a:pathLst>
                <a:path w="1837148" h="2709333">
                  <a:moveTo>
                    <a:pt x="0" y="0"/>
                  </a:moveTo>
                  <a:lnTo>
                    <a:pt x="1837148" y="0"/>
                  </a:lnTo>
                  <a:lnTo>
                    <a:pt x="183714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7FA4A4">
                    <a:alpha val="100000"/>
                  </a:srgbClr>
                </a:gs>
                <a:gs pos="50000">
                  <a:srgbClr val="305A72">
                    <a:alpha val="100000"/>
                  </a:srgbClr>
                </a:gs>
                <a:gs pos="100000">
                  <a:srgbClr val="1A3C5C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3714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98872" y="458184"/>
            <a:ext cx="326225" cy="336000"/>
          </a:xfrm>
          <a:custGeom>
            <a:avLst/>
            <a:gdLst/>
            <a:ahLst/>
            <a:cxnLst/>
            <a:rect l="l" t="t" r="r" b="b"/>
            <a:pathLst>
              <a:path w="326225" h="336000">
                <a:moveTo>
                  <a:pt x="0" y="0"/>
                </a:moveTo>
                <a:lnTo>
                  <a:pt x="326225" y="0"/>
                </a:lnTo>
                <a:lnTo>
                  <a:pt x="32622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7096803" y="557375"/>
            <a:ext cx="137619" cy="13761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353109" y="557375"/>
            <a:ext cx="137619" cy="13761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605028" y="557375"/>
            <a:ext cx="137619" cy="13761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98872" y="2074806"/>
            <a:ext cx="10296727" cy="5853620"/>
          </a:xfrm>
          <a:custGeom>
            <a:avLst/>
            <a:gdLst/>
            <a:ahLst/>
            <a:cxnLst/>
            <a:rect l="l" t="t" r="r" b="b"/>
            <a:pathLst>
              <a:path w="10296727" h="5853620">
                <a:moveTo>
                  <a:pt x="0" y="0"/>
                </a:moveTo>
                <a:lnTo>
                  <a:pt x="10296727" y="0"/>
                </a:lnTo>
                <a:lnTo>
                  <a:pt x="10296727" y="5853620"/>
                </a:lnTo>
                <a:lnTo>
                  <a:pt x="0" y="5853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50" r="-146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039108" y="517674"/>
            <a:ext cx="168537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83514" y="2008131"/>
            <a:ext cx="4987798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31779" y="3430527"/>
            <a:ext cx="6737020" cy="403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⁠A simulation platform for population-driven environmental stress</a:t>
            </a:r>
          </a:p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⁠Models how sudden population influx affects the environment</a:t>
            </a:r>
          </a:p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⁠Visualizes cascading environmental degradation over time</a:t>
            </a:r>
          </a:p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•⁠  ⁠Helps planners identify:</a:t>
            </a:r>
          </a:p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1. which systems fail first</a:t>
            </a:r>
          </a:p>
          <a:p>
            <a:pPr algn="l">
              <a:lnSpc>
                <a:spcPts val="3543"/>
              </a:lnSpc>
              <a:spcBef>
                <a:spcPct val="0"/>
              </a:spcBef>
            </a:pPr>
            <a:r>
              <a:rPr lang="en-US" sz="253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2. where intervention is needed 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908227" y="4854575"/>
            <a:ext cx="8776346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0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ECOBRIDGE - Live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764038" y="4225038"/>
            <a:ext cx="12759923" cy="189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46"/>
              </a:lnSpc>
            </a:pPr>
            <a:r>
              <a:rPr lang="en-US" sz="140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210</Words>
  <Application>Microsoft Office PowerPoint</Application>
  <PresentationFormat>Custom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Montserrat</vt:lpstr>
      <vt:lpstr>Calibri</vt:lpstr>
      <vt:lpstr>Open Sans Bold</vt:lpstr>
      <vt:lpstr>Times New Roman MT Bold</vt:lpstr>
      <vt:lpstr>Open Sans</vt:lpstr>
      <vt:lpstr>Arial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ECOBridge</dc:title>
  <cp:lastModifiedBy>Akanksha Raut</cp:lastModifiedBy>
  <cp:revision>2</cp:revision>
  <dcterms:created xsi:type="dcterms:W3CDTF">2006-08-16T00:00:00Z</dcterms:created>
  <dcterms:modified xsi:type="dcterms:W3CDTF">2026-05-24T14:43:32Z</dcterms:modified>
  <dc:identifier>DAHKiVkPWZ8</dc:identifier>
</cp:coreProperties>
</file>